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Qwen-VL Skills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Universal File Visualization for VL Models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Supported Renderers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Documents — PDF, SVG, DOCX, PPTX</a:t>
            </a:r>
          </a:p>
          <a:p>
            <a:pPr/>
            <a:r>
              <a:t>Data — CSV, XLSX tables and charts</a:t>
            </a:r>
          </a:p>
          <a:p>
            <a:pPr/>
            <a:r>
              <a:t>Code — Syntax-highlighted JS/TS/CSS</a:t>
            </a:r>
          </a:p>
          <a:p>
            <a:pPr/>
            <a:r>
              <a:t>3D Models — OBJ, STL, GLB with textures</a:t>
            </a:r>
          </a:p>
          <a:p>
            <a:pPr/>
            <a:r>
              <a:t>GIS — GeoJSON, KML, Shapefile maps</a:t>
            </a:r>
          </a:p>
          <a:p>
            <a:pPr/>
            <a:r>
              <a:t>Notebooks — Jupyter cells with output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8288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85800">
                <a:tc>
                  <a:txBody>
                    <a:bodyPr/>
                    <a:lstStyle/>
                    <a:p>
                      <a:r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Technology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File Dispatcher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Extension registry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Render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Renderers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PyMuPDF / matplotlib / trimesh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MCP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Base64 image blocks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